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86995a79647a3" /><Relationship Type="http://schemas.openxmlformats.org/officeDocument/2006/relationships/extended-properties" Target="/docProps/app.xml" Id="Rdd0d33479cd94a7b" /><Relationship Type="http://schemas.openxmlformats.org/officeDocument/2006/relationships/officeDocument" Target="/ppt/presentation.xml" Id="Rf4b5aeb051064b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115895e96748f3"/>
  </p:sldMasterIdLst>
  <p:notesMasterIdLst>
    <p:notesMasterId xmlns:r="http://schemas.openxmlformats.org/officeDocument/2006/relationships" r:id="R2de9ea9e25904915"/>
  </p:notesMasterIdLst>
  <p:sldIdLst>
    <p:sldId xmlns:r="http://schemas.openxmlformats.org/officeDocument/2006/relationships" id="256" r:id="R9a460853e20443de"/>
    <p:sldId xmlns:r="http://schemas.openxmlformats.org/officeDocument/2006/relationships" id="257" r:id="R53056f0aa3a740e3"/>
    <p:sldId xmlns:r="http://schemas.openxmlformats.org/officeDocument/2006/relationships" id="258" r:id="Ra47185bea3e04faf"/>
    <p:sldId xmlns:r="http://schemas.openxmlformats.org/officeDocument/2006/relationships" id="259" r:id="R1e6a9f78a8b14ae4"/>
    <p:sldId xmlns:r="http://schemas.openxmlformats.org/officeDocument/2006/relationships" id="260" r:id="R768f73d036164390"/>
    <p:sldId xmlns:r="http://schemas.openxmlformats.org/officeDocument/2006/relationships" id="261" r:id="R346aa35bb7564d44"/>
    <p:sldId xmlns:r="http://schemas.openxmlformats.org/officeDocument/2006/relationships" id="262" r:id="R244c340e519b43a3"/>
    <p:sldId xmlns:r="http://schemas.openxmlformats.org/officeDocument/2006/relationships" id="263" r:id="Rf515fda803f74a47"/>
    <p:sldId xmlns:r="http://schemas.openxmlformats.org/officeDocument/2006/relationships" id="264" r:id="R904c0801d9884f2c"/>
    <p:sldId xmlns:r="http://schemas.openxmlformats.org/officeDocument/2006/relationships" id="265" r:id="Ra44d39915eb54837"/>
    <p:sldId xmlns:r="http://schemas.openxmlformats.org/officeDocument/2006/relationships" id="266" r:id="R7507a8e4147b4504"/>
    <p:sldId xmlns:r="http://schemas.openxmlformats.org/officeDocument/2006/relationships" id="267" r:id="R2178a6885c22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12dd807ab4489d" /><Relationship Type="http://schemas.openxmlformats.org/officeDocument/2006/relationships/slideMaster" Target="/ppt/slideMasters/slideMaster1.xml" Id="Rea115895e96748f3" /><Relationship Type="http://schemas.openxmlformats.org/officeDocument/2006/relationships/notesMaster" Target="/ppt/notesMasters/notesMaster1.xml" Id="R2de9ea9e25904915" /><Relationship Type="http://schemas.openxmlformats.org/officeDocument/2006/relationships/presProps" Target="/ppt/presProps.xml" Id="R271163c10f9a44e4" /><Relationship Type="http://schemas.openxmlformats.org/officeDocument/2006/relationships/tableStyles" Target="/ppt/tableStyles.xml" Id="Rf04e44713bc24ce5" /><Relationship Type="http://schemas.openxmlformats.org/officeDocument/2006/relationships/slide" Target="/ppt/slides/slide1.xml" Id="R9a460853e20443de" /><Relationship Type="http://schemas.openxmlformats.org/officeDocument/2006/relationships/slide" Target="/ppt/slides/slide2.xml" Id="R53056f0aa3a740e3" /><Relationship Type="http://schemas.openxmlformats.org/officeDocument/2006/relationships/slide" Target="/ppt/slides/slide3.xml" Id="Ra47185bea3e04faf" /><Relationship Type="http://schemas.openxmlformats.org/officeDocument/2006/relationships/slide" Target="/ppt/slides/slide4.xml" Id="R1e6a9f78a8b14ae4" /><Relationship Type="http://schemas.openxmlformats.org/officeDocument/2006/relationships/slide" Target="/ppt/slides/slide5.xml" Id="R768f73d036164390" /><Relationship Type="http://schemas.openxmlformats.org/officeDocument/2006/relationships/slide" Target="/ppt/slides/slide6.xml" Id="R346aa35bb7564d44" /><Relationship Type="http://schemas.openxmlformats.org/officeDocument/2006/relationships/slide" Target="/ppt/slides/slide7.xml" Id="R244c340e519b43a3" /><Relationship Type="http://schemas.openxmlformats.org/officeDocument/2006/relationships/slide" Target="/ppt/slides/slide8.xml" Id="Rf515fda803f74a47" /><Relationship Type="http://schemas.openxmlformats.org/officeDocument/2006/relationships/slide" Target="/ppt/slides/slide9.xml" Id="R904c0801d9884f2c" /><Relationship Type="http://schemas.openxmlformats.org/officeDocument/2006/relationships/slide" Target="/ppt/slides/slide10.xml" Id="Ra44d39915eb54837" /><Relationship Type="http://schemas.openxmlformats.org/officeDocument/2006/relationships/slide" Target="/ppt/slides/slide11.xml" Id="R7507a8e4147b4504" /><Relationship Type="http://schemas.openxmlformats.org/officeDocument/2006/relationships/slide" Target="/ppt/slides/slide12.xml" Id="R2178a6885c22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c8b976d6ca46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71cf23e15940ff" /><Relationship Type="http://schemas.openxmlformats.org/officeDocument/2006/relationships/notesMaster" Target="/ppt/notesMasters/notesMaster1.xml" Id="R921370c4822944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ba2b1103c419d" /><Relationship Type="http://schemas.openxmlformats.org/officeDocument/2006/relationships/notesMaster" Target="/ppt/notesMasters/notesMaster1.xml" Id="R9ed814c99369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62d7380564ff6" /><Relationship Type="http://schemas.openxmlformats.org/officeDocument/2006/relationships/notesMaster" Target="/ppt/notesMasters/notesMaster1.xml" Id="R5a586a10df2d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8b4f628fe941a2" /><Relationship Type="http://schemas.openxmlformats.org/officeDocument/2006/relationships/notesMaster" Target="/ppt/notesMasters/notesMaster1.xml" Id="Rf73c5fed11b5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335aaeaa7e4a32" /><Relationship Type="http://schemas.openxmlformats.org/officeDocument/2006/relationships/notesMaster" Target="/ppt/notesMasters/notesMaster1.xml" Id="Rcd16a2296c7a40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382afe8a7644fd" /><Relationship Type="http://schemas.openxmlformats.org/officeDocument/2006/relationships/notesMaster" Target="/ppt/notesMasters/notesMaster1.xml" Id="Rdea26fc4e057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275317c1d44215" /><Relationship Type="http://schemas.openxmlformats.org/officeDocument/2006/relationships/notesMaster" Target="/ppt/notesMasters/notesMaster1.xml" Id="Reb9a59780d154e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6cd6bb63a24ba0" /><Relationship Type="http://schemas.openxmlformats.org/officeDocument/2006/relationships/notesMaster" Target="/ppt/notesMasters/notesMaster1.xml" Id="Rc554c553ae344a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e2e68a20da488c" /><Relationship Type="http://schemas.openxmlformats.org/officeDocument/2006/relationships/notesMaster" Target="/ppt/notesMasters/notesMaster1.xml" Id="Rc79df68d72e34a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4a6fd89bd4779" /><Relationship Type="http://schemas.openxmlformats.org/officeDocument/2006/relationships/notesMaster" Target="/ppt/notesMasters/notesMaster1.xml" Id="Rb39af71186c449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ef9ec9a5654d0f" /><Relationship Type="http://schemas.openxmlformats.org/officeDocument/2006/relationships/notesMaster" Target="/ppt/notesMasters/notesMaster1.xml" Id="R0b4d8c851f9d4c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a7d19099b146aa" /><Relationship Type="http://schemas.openxmlformats.org/officeDocument/2006/relationships/notesMaster" Target="/ppt/notesMasters/notesMaster1.xml" Id="R26187e1a6f37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decision hints for the Richdale repositories. The fixed-choice model returns distributions; coding and evidence verification remain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Snapshot: 134 GhostShield and 99 TotalGuard open issues. Source scanner inventory: 196 dependency, 20 secret, 7 code, 10 business. Semantic investigation lanes move two SAST credential findings into the credential lane: 22 credential and 5 source-code issues.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Classifier labels never grant permissions or prove a vulnerability. Existing tool allowlists, evidence validation, regression tests and human merge review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Clients share one FastAPI service and one serialized GPU worker. A request-specific checkpoint leaves the persisted default unchanged. Model switches unload the previous checkpoint. Offline reference PyTorch inference; no CPU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247 decision cases consist of 233 issue-workflow cases, seven overlapping source-topic cases, and seven QA observations. Three repeats per checkpoint: 2,223 single predictions. Nine 32-state batches add 288 states. Three warmups per model excluded from timing. Constant choice order was not counterbalanced.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Median/p95 are service times for resident inference, not total workflow time. HTTP medians are 64.36/54.40/66.32 ms. Separate first use after restart took 28.86 s; allocator readings in this table are observations after requests and not isolated peaks. Additional fresh-process startup/memory measurements are in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show agreement with routing metadata and evidence-audit references. The issue majority baseline is 196/233. Macro F1 for issue workflow is .7222/.6202/.6526. Seven security-topic cases and seven QA observations cannot establish production accuracy or confidence calibration.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confirmed the card requirement. The current website trial/start route returns card-required until setup. The captured QA profile still expected an automatic no-card trial. All checkpoints misclassified that audit case as PRODUCT_BUG. The explicit profile correction sets signupGrantsTrial=false; app-token security assertions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Sift emits topic advice only as operator shadow metrics after mechanical evidence validation. It does not enter the independent-verifier prompt or modify its result. Existing scanner classification, monotonic priority, suppressions and issue lifecycle continue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read-only planner groups 196 dependency findings into 34 repository/package investigation groups; grouping does not fix vulnerabilities. Current Bugsmith policy forbids dependency upgrades. Its optional QA hints do not change selected/deferred/skipped findings. Historical automatic-trial reports need a contract-aware QA rerun before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QA keeps deterministic Playwright results and its existing assessment and notification decisions. Optional hints add report.json metadata only. TotalGuard app-token assertions observed valid=true after signout on two days; independently reproduce on the pinned deployed revision before changing production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adapters are local and disabled by default. The dataset supports further shadow evaluation, not automated security verdicts. No production deployment, issue mutation, credential rotation or credit-card operation occurred.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docs/benchmark/REPORT.md, corpus.json, results.json and integration-replay.json; https://huggingface.co/convaiinnovations/laya/blob/main/README.md; https://github.com/omar-richdale/sift; https://github.com/omar-richdale/vpn-bugsmith; https://github.com/omar-richdale/QA_Web_Testing_Agent. Snapshot 2026-10-01.</a:t>
            </a:r>
          </a:p>
          <a:p xmlns:a="http://schemas.openxmlformats.org/drawingml/2006/main">
            <a:r>
              <a:t>QA evidence: https://vpnqa.richdalelab.com/reports/20260930-060000-9iy9o/index.html; https://vpnqa.richdalelab.com/reports/20260930-071000-9o49u/report.md; https://vpnqa.richdalelab.com/reports/20260929-071000-wzuvk/report.md.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d70f3e51345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0bf94e01184552" /><Relationship Type="http://schemas.openxmlformats.org/officeDocument/2006/relationships/slideLayout" Target="/ppt/slideLayouts/slideLayout1.xml" Id="R6a203d436f7a43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203d436f7a43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47e558814061" /><Relationship Type="http://schemas.openxmlformats.org/officeDocument/2006/relationships/image" Target="/ppt/media/image.png" Id="R9759582fa4b14176" /><Relationship Type="http://schemas.openxmlformats.org/officeDocument/2006/relationships/notesSlide" Target="/ppt/notesSlides/notesSlide1.xml" Id="R87f9fdfeb15849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e1c370146410a" /><Relationship Type="http://schemas.openxmlformats.org/officeDocument/2006/relationships/image" Target="/ppt/media/image2.png" Id="R4ff424ba20974962" /><Relationship Type="http://schemas.openxmlformats.org/officeDocument/2006/relationships/notesSlide" Target="/ppt/notesSlides/notesSlide2.xml" Id="Rd366e5ae2e17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25587f5004cdd" /><Relationship Type="http://schemas.openxmlformats.org/officeDocument/2006/relationships/image" Target="/ppt/media/image3.png" Id="R918fc73926a74d85" /><Relationship Type="http://schemas.openxmlformats.org/officeDocument/2006/relationships/notesSlide" Target="/ppt/notesSlides/notesSlide3.xml" Id="R8d55b6b39cb4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cf10caf04fa0" /><Relationship Type="http://schemas.openxmlformats.org/officeDocument/2006/relationships/image" Target="/ppt/media/image4.png" Id="Rb6ff3a9c52724ed4" /><Relationship Type="http://schemas.openxmlformats.org/officeDocument/2006/relationships/notesSlide" Target="/ppt/notesSlides/notesSlide4.xml" Id="R8edcc74a39284d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aca096bea47ec" /><Relationship Type="http://schemas.openxmlformats.org/officeDocument/2006/relationships/image" Target="/ppt/media/image5.png" Id="Re011390cd1ca4b7e" /><Relationship Type="http://schemas.openxmlformats.org/officeDocument/2006/relationships/notesSlide" Target="/ppt/notesSlides/notesSlide5.xml" Id="Rcb296ae72be9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4dc2522734958" /><Relationship Type="http://schemas.openxmlformats.org/officeDocument/2006/relationships/image" Target="/ppt/media/image6.png" Id="R1ba284a86e454fcf" /><Relationship Type="http://schemas.openxmlformats.org/officeDocument/2006/relationships/notesSlide" Target="/ppt/notesSlides/notesSlide6.xml" Id="Reba5350dc1c9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8d4aaf43454d" /><Relationship Type="http://schemas.openxmlformats.org/officeDocument/2006/relationships/image" Target="/ppt/media/image7.png" Id="Rc70c686b046e4170" /><Relationship Type="http://schemas.openxmlformats.org/officeDocument/2006/relationships/notesSlide" Target="/ppt/notesSlides/notesSlide7.xml" Id="R43619027c0df4c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cd2cd5f4c420a" /><Relationship Type="http://schemas.openxmlformats.org/officeDocument/2006/relationships/image" Target="/ppt/media/image8.png" Id="R8ec419efbd0e48c8" /><Relationship Type="http://schemas.openxmlformats.org/officeDocument/2006/relationships/notesSlide" Target="/ppt/notesSlides/notesSlide8.xml" Id="R0344796d732543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bb249eb6e461e" /><Relationship Type="http://schemas.openxmlformats.org/officeDocument/2006/relationships/image" Target="/ppt/media/image9.png" Id="R7cb62dfcca774edc" /><Relationship Type="http://schemas.openxmlformats.org/officeDocument/2006/relationships/notesSlide" Target="/ppt/notesSlides/notesSlide9.xml" Id="R88b417eb6fc842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b4fde77cc4ad1" /><Relationship Type="http://schemas.openxmlformats.org/officeDocument/2006/relationships/image" Target="/ppt/media/image10.png" Id="Ra22aaaca11b44b1c" /><Relationship Type="http://schemas.openxmlformats.org/officeDocument/2006/relationships/notesSlide" Target="/ppt/notesSlides/notesSlide10.xml" Id="R81054b48a4fa4d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3771dd8a439a" /><Relationship Type="http://schemas.openxmlformats.org/officeDocument/2006/relationships/image" Target="/ppt/media/image11.png" Id="R6eeddf1788894aa0" /><Relationship Type="http://schemas.openxmlformats.org/officeDocument/2006/relationships/notesSlide" Target="/ppt/notesSlides/notesSlide11.xml" Id="R8cd9ab7a3ec34c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b5be2428d4692" /><Relationship Type="http://schemas.openxmlformats.org/officeDocument/2006/relationships/image" Target="/ppt/media/image12.png" Id="Rd80078fa6c5c4cb1" /><Relationship Type="http://schemas.openxmlformats.org/officeDocument/2006/relationships/notesSlide" Target="/ppt/notesSlides/notesSlide12.xml" Id="Re8bd335dc94f4b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9582fa4b1417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2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24ba2097496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11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fc73926a74d8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6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f3a9c52724ed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28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1390cd1ca4b7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89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284a86e454fc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1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c686b046e417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7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419efbd0e48c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87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62dfcca774ed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681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aaaca11b44b1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85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ddf1788894aa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96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078fa6c5c4cb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40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2026-10-01T01:23:50.5970000Z</dcterms:created>
  <dcterms:modified xsi:type="dcterms:W3CDTF">2026-10-01T01:23:50.5970000Z</dcterms:modified>
</coreProperties>
</file>